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CC71"/>
    <a:srgbClr val="00FF00"/>
    <a:srgbClr val="66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946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C1D14E-A16B-9345-F443-64612BB3D9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C41CF6-1556-ED5B-3634-B61DE77E4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4E04B5-A39C-EE28-6A73-FBF96029B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CFC2420-3DD2-197D-9E97-CE090DE46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7B0789-F2A5-1F8F-901C-A2AC98FE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407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058AF8-261F-155E-3B9B-31998AEDE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75FCAC-3D99-F20D-A1DD-3542E160C8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282ED-EC70-E0F4-F975-83FE63347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6954D4F-A1AB-4859-8398-D252B8931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89232E-A1B3-9773-4309-18793402D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448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6D821C-9366-D885-47FF-50C599F2B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9D5B8F3-2F5F-4DAA-D106-2395F3054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C05B92C-8BF0-BFEE-E014-AA72F62B5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BF96941-BE7B-3F89-16BE-6BF433C44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FEEC070-5E24-9256-CC4B-8C1520844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2458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F4F623-021F-71EB-DDBD-727880CF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3CD35-C58C-2210-4AA8-88DAF8BD3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DAA381-BD17-4E4F-B129-C103A0FD30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E61B706-4330-B189-5D1B-179F1E3F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561870-9FA7-3A12-FCA7-94F970BCE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D41FFF8-F773-B062-DC74-539596C87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3479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91378E-68DC-11B6-204F-3DBDEE93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1B2BE1-E1B4-7DA6-9688-B176AF9D5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ACD1EE1A-A500-E946-2B3F-F3D5CFD32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8DAA9E-DD94-8449-1D27-E75E1108E9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B0C406-CFAF-2098-25F6-B4913DE29F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4124A6B-8E5B-4CF5-81AA-C4D1BAE49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C738617-B2D3-EF89-9873-53E7CFAC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F43C0A-546D-3DD0-6C45-A0D1C257B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36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2B9EB1-DA6D-5458-8C2E-8D07FCEC6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BE06695-5A34-5492-9757-50E6A9F5F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7E1CBD-0CD4-5558-7028-6D0C78DB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B7DB858-C44E-7807-E64F-357A8860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94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ED5597A-115B-9C9D-31FF-DFD51EC17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CBD29D4-D5D7-185C-5F72-CF08E4107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497B01-BFE8-A9E4-2A9D-A8C39244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4837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C060B5-69ED-D317-E4D8-F311D2643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A1A82C3-BEB1-34D4-3925-7B7DF43949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12A433E-79A8-6DB2-EA1C-ED9DAF5C9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89B21FD-15D6-9BCD-92EE-52E77DDC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4392DD3-777E-0844-FDC6-E0F225BE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675ED8-6634-BEB4-D08D-BA6C8E655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69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218BA0-E7E0-F880-0C1F-9A7BF1FE8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59710F0-BBC4-F543-0040-1808D514BB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61CAB6-297D-317E-E9FB-689C1DA98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E020D6-896B-18E2-8898-210282D13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2D6301E-7425-91FD-8135-C3BC1DF7C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1980B44-2C11-D366-5744-9EF028CB2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240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3C039D-0676-BFAB-1B8D-576A0E174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B29DB8C-9B82-98AC-CE52-A26CB387F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29E2AD7-62B7-9365-1B47-160142100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DFD2350-BE0E-7ECF-695A-CBFD1EC2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B5836D-377D-AB42-E9D6-567063E38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808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95C2384-D468-A08F-9796-BDB830636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4F5214F-C3A4-1948-1E63-3813F1F0E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1BAFBB7-FE32-8EDB-C308-D717AB193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C65DA6-075F-CBF5-C3E4-3DE7C4C4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AB5917-7936-F10A-FD85-E92800742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549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72FF69-DE17-2FC1-5D97-D92C97836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45057E-6515-BFE3-9DAA-750ECC5913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40A4BDF-1078-A972-AF57-50D0C6F68E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E8A55-1069-4702-BDF8-C1783BD88F4F}" type="datetimeFigureOut">
              <a:rPr lang="ru-RU" smtClean="0"/>
              <a:t>23.04.2026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DFCE81-EB71-739B-3489-D038DCEDF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D8D999-7F31-E57E-593D-18963DC70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4252D-39F6-4502-A7E4-DCCB59FBF97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6390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B0BA22E-C599-8371-304B-7D6242FA087E}"/>
              </a:ext>
            </a:extLst>
          </p:cNvPr>
          <p:cNvSpPr/>
          <p:nvPr/>
        </p:nvSpPr>
        <p:spPr>
          <a:xfrm>
            <a:off x="-139700" y="-95250"/>
            <a:ext cx="12331700" cy="7048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лачко с текстом: прямоугольное со скругленными углами 4">
            <a:extLst>
              <a:ext uri="{FF2B5EF4-FFF2-40B4-BE49-F238E27FC236}">
                <a16:creationId xmlns:a16="http://schemas.microsoft.com/office/drawing/2014/main" id="{E2898948-DF50-10F9-51BD-D1708E144F76}"/>
              </a:ext>
            </a:extLst>
          </p:cNvPr>
          <p:cNvSpPr/>
          <p:nvPr/>
        </p:nvSpPr>
        <p:spPr>
          <a:xfrm>
            <a:off x="1466850" y="1028700"/>
            <a:ext cx="3733800" cy="2578100"/>
          </a:xfrm>
          <a:prstGeom prst="wedgeRoundRectCallou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E013FA3-F65E-FF8A-7A61-673B83FBEF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11350" y="2387600"/>
            <a:ext cx="2781300" cy="423862"/>
          </a:xfrm>
        </p:spPr>
        <p:txBody>
          <a:bodyPr/>
          <a:lstStyle/>
          <a:p>
            <a:r>
              <a:rPr lang="ru-RU" dirty="0"/>
              <a:t>Гизатулина Виталия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78460C-F85A-4266-6679-05758F975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2450" y="1682750"/>
            <a:ext cx="3162300" cy="787400"/>
          </a:xfrm>
        </p:spPr>
        <p:txBody>
          <a:bodyPr>
            <a:normAutofit/>
          </a:bodyPr>
          <a:lstStyle/>
          <a:p>
            <a:r>
              <a:rPr lang="ru-RU" sz="4400" dirty="0">
                <a:latin typeface="Bahnschrift SemiBold SemiConden" panose="020B0502040204020203" pitchFamily="34" charset="0"/>
              </a:rPr>
              <a:t>Мессенджер </a:t>
            </a:r>
          </a:p>
        </p:txBody>
      </p:sp>
    </p:spTree>
    <p:extLst>
      <p:ext uri="{BB962C8B-B14F-4D97-AF65-F5344CB8AC3E}">
        <p14:creationId xmlns:p14="http://schemas.microsoft.com/office/powerpoint/2010/main" val="3723441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8A25C42-EC98-4056-CC21-38A6178F6423}"/>
              </a:ext>
            </a:extLst>
          </p:cNvPr>
          <p:cNvSpPr/>
          <p:nvPr/>
        </p:nvSpPr>
        <p:spPr>
          <a:xfrm>
            <a:off x="-88900" y="-95250"/>
            <a:ext cx="12331700" cy="7048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C874780-5435-F655-2EA1-8BDAF164DF44}"/>
              </a:ext>
            </a:extLst>
          </p:cNvPr>
          <p:cNvSpPr/>
          <p:nvPr/>
        </p:nvSpPr>
        <p:spPr>
          <a:xfrm>
            <a:off x="184150" y="174625"/>
            <a:ext cx="11785600" cy="650875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одзаголовок 2">
            <a:extLst>
              <a:ext uri="{FF2B5EF4-FFF2-40B4-BE49-F238E27FC236}">
                <a16:creationId xmlns:a16="http://schemas.microsoft.com/office/drawing/2014/main" id="{2FA3F077-73E1-E0BA-84F4-A026D5D42B11}"/>
              </a:ext>
            </a:extLst>
          </p:cNvPr>
          <p:cNvSpPr txBox="1">
            <a:spLocks/>
          </p:cNvSpPr>
          <p:nvPr/>
        </p:nvSpPr>
        <p:spPr>
          <a:xfrm>
            <a:off x="762000" y="1267619"/>
            <a:ext cx="2781300" cy="42386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/>
              <a:t>а</a:t>
            </a:r>
          </a:p>
        </p:txBody>
      </p:sp>
    </p:spTree>
    <p:extLst>
      <p:ext uri="{BB962C8B-B14F-4D97-AF65-F5344CB8AC3E}">
        <p14:creationId xmlns:p14="http://schemas.microsoft.com/office/powerpoint/2010/main" val="228696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A70977D-6508-A56A-6FFA-242343778DE1}"/>
              </a:ext>
            </a:extLst>
          </p:cNvPr>
          <p:cNvSpPr/>
          <p:nvPr/>
        </p:nvSpPr>
        <p:spPr>
          <a:xfrm>
            <a:off x="-88900" y="-95250"/>
            <a:ext cx="12331700" cy="7048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583773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Широкоэкранный</PresentationFormat>
  <Paragraphs>3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8" baseType="lpstr">
      <vt:lpstr>Arial</vt:lpstr>
      <vt:lpstr>Bahnschrift SemiBold SemiConden</vt:lpstr>
      <vt:lpstr>Calibri</vt:lpstr>
      <vt:lpstr>Calibri Light</vt:lpstr>
      <vt:lpstr>Тема Office</vt:lpstr>
      <vt:lpstr>Мессенджер 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Student</dc:creator>
  <cp:lastModifiedBy>Student</cp:lastModifiedBy>
  <cp:revision>1</cp:revision>
  <dcterms:created xsi:type="dcterms:W3CDTF">2026-04-23T08:25:10Z</dcterms:created>
  <dcterms:modified xsi:type="dcterms:W3CDTF">2026-04-23T08:25:16Z</dcterms:modified>
</cp:coreProperties>
</file>