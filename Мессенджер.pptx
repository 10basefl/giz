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ECC71"/>
    <a:srgbClr val="00FF00"/>
    <a:srgbClr val="66FF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2946" y="1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C1D14E-A16B-9345-F443-64612BB3D9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5C41CF6-1556-ED5B-3634-B61DE77E4A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54E04B5-A39C-EE28-6A73-FBF96029B3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E8A55-1069-4702-BDF8-C1783BD88F4F}" type="datetimeFigureOut">
              <a:rPr lang="ru-RU" smtClean="0"/>
              <a:t>23.04.2026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CFC2420-3DD2-197D-9E97-CE090DE469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47B0789-F2A5-1F8F-901C-A2AC98FE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4252D-39F6-4502-A7E4-DCCB59FBF9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740780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E058AF8-261F-155E-3B9B-31998AEDEB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075FCAC-3D99-F20D-A1DD-3542E160C8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D0282ED-EC70-E0F4-F975-83FE633473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E8A55-1069-4702-BDF8-C1783BD88F4F}" type="datetimeFigureOut">
              <a:rPr lang="ru-RU" smtClean="0"/>
              <a:t>23.04.2026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6954D4F-A1AB-4859-8398-D252B8931D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F89232E-A1B3-9773-4309-18793402D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4252D-39F6-4502-A7E4-DCCB59FBF9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604487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F6D821C-9366-D885-47FF-50C599F2B9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9D5B8F3-2F5F-4DAA-D106-2395F30546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C05B92C-8BF0-BFEE-E014-AA72F62B53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E8A55-1069-4702-BDF8-C1783BD88F4F}" type="datetimeFigureOut">
              <a:rPr lang="ru-RU" smtClean="0"/>
              <a:t>23.04.2026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BF96941-BE7B-3F89-16BE-6BF433C442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FEEC070-5E24-9256-CC4B-8C1520844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4252D-39F6-4502-A7E4-DCCB59FBF9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82458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4F4F623-021F-71EB-DDBD-727880CF1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6D3CD35-C58C-2210-4AA8-88DAF8BD31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8DAA381-BD17-4E4F-B129-C103A0FD30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E61B706-4330-B189-5D1B-179F1E3F8F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E8A55-1069-4702-BDF8-C1783BD88F4F}" type="datetimeFigureOut">
              <a:rPr lang="ru-RU" smtClean="0"/>
              <a:t>23.04.2026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2561870-9FA7-3A12-FCA7-94F970BCE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D41FFF8-F773-B062-DC74-539596C87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4252D-39F6-4502-A7E4-DCCB59FBF9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34799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891378E-68DC-11B6-204F-3DBDEE9337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81B2BE1-E1B4-7DA6-9688-B176AF9D53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CD1EE1A-A500-E946-2B3F-F3D5CFD32B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C38DAA9E-DD94-8449-1D27-E75E1108E9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23B0C406-CFAF-2098-25F6-B4913DE29F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E4124A6B-8E5B-4CF5-81AA-C4D1BAE496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E8A55-1069-4702-BDF8-C1783BD88F4F}" type="datetimeFigureOut">
              <a:rPr lang="ru-RU" smtClean="0"/>
              <a:t>23.04.2026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3C738617-B2D3-EF89-9873-53E7CFAC5A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60F43C0A-546D-3DD0-6C45-A0D1C257B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4252D-39F6-4502-A7E4-DCCB59FBF9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3686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62B9EB1-DA6D-5458-8C2E-8D07FCEC6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4BE06695-5A34-5492-9757-50E6A9F5F6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E8A55-1069-4702-BDF8-C1783BD88F4F}" type="datetimeFigureOut">
              <a:rPr lang="ru-RU" smtClean="0"/>
              <a:t>23.04.2026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767E1CBD-0CD4-5558-7028-6D0C78DB59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B7DB858-C44E-7807-E64F-357A88605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4252D-39F6-4502-A7E4-DCCB59FBF9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9461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BED5597A-115B-9C9D-31FF-DFD51EC170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E8A55-1069-4702-BDF8-C1783BD88F4F}" type="datetimeFigureOut">
              <a:rPr lang="ru-RU" smtClean="0"/>
              <a:t>23.04.2026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8CBD29D4-D5D7-185C-5F72-CF08E4107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5497B01-BFE8-A9E4-2A9D-A8C39244BF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4252D-39F6-4502-A7E4-DCCB59FBF9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94837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3C060B5-69ED-D317-E4D8-F311D26435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A1A82C3-BEB1-34D4-3925-7B7DF43949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12A433E-79A8-6DB2-EA1C-ED9DAF5C99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89B21FD-15D6-9BCD-92EE-52E77DDCD9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E8A55-1069-4702-BDF8-C1783BD88F4F}" type="datetimeFigureOut">
              <a:rPr lang="ru-RU" smtClean="0"/>
              <a:t>23.04.2026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4392DD3-777E-0844-FDC6-E0F225BEBA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D675ED8-6634-BEB4-D08D-BA6C8E655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4252D-39F6-4502-A7E4-DCCB59FBF9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66957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218BA0-E7E0-F880-0C1F-9A7BF1FE8F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F59710F0-BBC4-F543-0040-1808D514BB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161CAB6-297D-317E-E9FB-689C1DA988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EE020D6-896B-18E2-8898-210282D13E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E8A55-1069-4702-BDF8-C1783BD88F4F}" type="datetimeFigureOut">
              <a:rPr lang="ru-RU" smtClean="0"/>
              <a:t>23.04.2026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2D6301E-7425-91FD-8135-C3BC1DF7C9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1980B44-2C11-D366-5744-9EF028CB2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4252D-39F6-4502-A7E4-DCCB59FBF9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122407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63C039D-0676-BFAB-1B8D-576A0E174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6B29DB8C-9B82-98AC-CE52-A26CB387FE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29E2AD7-62B7-9365-1B47-1601421005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E8A55-1069-4702-BDF8-C1783BD88F4F}" type="datetimeFigureOut">
              <a:rPr lang="ru-RU" smtClean="0"/>
              <a:t>23.04.2026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DFD2350-BE0E-7ECF-695A-CBFD1EC238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8B5836D-377D-AB42-E9D6-567063E38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4252D-39F6-4502-A7E4-DCCB59FBF9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780821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795C2384-D468-A08F-9796-BDB8306369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4F5214F-C3A4-1948-1E63-3813F1F0EC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1BAFBB7-FE32-8EDB-C308-D717AB1932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E8A55-1069-4702-BDF8-C1783BD88F4F}" type="datetimeFigureOut">
              <a:rPr lang="ru-RU" smtClean="0"/>
              <a:t>23.04.2026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3C65DA6-075F-CBF5-C3E4-3DE7C4C4E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5AB5917-7936-F10A-FD85-E928007422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4252D-39F6-4502-A7E4-DCCB59FBF9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75490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F72FF69-DE17-2FC1-5D97-D92C97836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745057E-6515-BFE3-9DAA-750ECC5913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40A4BDF-1078-A972-AF57-50D0C6F68ED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4E8A55-1069-4702-BDF8-C1783BD88F4F}" type="datetimeFigureOut">
              <a:rPr lang="ru-RU" smtClean="0"/>
              <a:t>23.04.2026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BDFCE81-EB71-739B-3489-D038DCEDF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9D8D999-7F31-E57E-593D-18963DC700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B4252D-39F6-4502-A7E4-DCCB59FBF9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763902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6B0BA22E-C599-8371-304B-7D6242FA087E}"/>
              </a:ext>
            </a:extLst>
          </p:cNvPr>
          <p:cNvSpPr/>
          <p:nvPr/>
        </p:nvSpPr>
        <p:spPr>
          <a:xfrm>
            <a:off x="-139700" y="-95250"/>
            <a:ext cx="12331700" cy="70485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Облачко с текстом: прямоугольное со скругленными углами 4">
            <a:extLst>
              <a:ext uri="{FF2B5EF4-FFF2-40B4-BE49-F238E27FC236}">
                <a16:creationId xmlns:a16="http://schemas.microsoft.com/office/drawing/2014/main" id="{E2898948-DF50-10F9-51BD-D1708E144F76}"/>
              </a:ext>
            </a:extLst>
          </p:cNvPr>
          <p:cNvSpPr/>
          <p:nvPr/>
        </p:nvSpPr>
        <p:spPr>
          <a:xfrm>
            <a:off x="1466850" y="787400"/>
            <a:ext cx="4508500" cy="3460750"/>
          </a:xfrm>
          <a:prstGeom prst="wedgeRoundRectCallout">
            <a:avLst/>
          </a:prstGeom>
          <a:solidFill>
            <a:srgbClr val="2ECC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E013FA3-F65E-FF8A-7A61-673B83FBEF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888" y="2835273"/>
            <a:ext cx="3818422" cy="663576"/>
          </a:xfrm>
        </p:spPr>
        <p:txBody>
          <a:bodyPr>
            <a:noAutofit/>
          </a:bodyPr>
          <a:lstStyle/>
          <a:p>
            <a:r>
              <a:rPr lang="ru-RU" dirty="0">
                <a:latin typeface="Bahnschrift Condensed" panose="020B0502040204020203" pitchFamily="34" charset="0"/>
              </a:rPr>
              <a:t>Гизатулина Виталия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A78460C-F85A-4266-6679-05758F975F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888" y="1089321"/>
            <a:ext cx="3818423" cy="1056978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VITALiGRAM</a:t>
            </a:r>
          </a:p>
        </p:txBody>
      </p:sp>
      <p:sp>
        <p:nvSpPr>
          <p:cNvPr id="4" name="Подзаголовок 2">
            <a:extLst>
              <a:ext uri="{FF2B5EF4-FFF2-40B4-BE49-F238E27FC236}">
                <a16:creationId xmlns:a16="http://schemas.microsoft.com/office/drawing/2014/main" id="{87F342D4-5A7C-C0EC-4AEB-431B8D709204}"/>
              </a:ext>
            </a:extLst>
          </p:cNvPr>
          <p:cNvSpPr txBox="1">
            <a:spLocks/>
          </p:cNvSpPr>
          <p:nvPr/>
        </p:nvSpPr>
        <p:spPr>
          <a:xfrm>
            <a:off x="1811888" y="2365373"/>
            <a:ext cx="3818422" cy="6635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3200" dirty="0">
                <a:latin typeface="Bahnschrift SemiBold Condensed" panose="020B0502040204020203" pitchFamily="34" charset="0"/>
              </a:rPr>
              <a:t>Мессенджер</a:t>
            </a:r>
          </a:p>
        </p:txBody>
      </p:sp>
    </p:spTree>
    <p:extLst>
      <p:ext uri="{BB962C8B-B14F-4D97-AF65-F5344CB8AC3E}">
        <p14:creationId xmlns:p14="http://schemas.microsoft.com/office/powerpoint/2010/main" val="37234419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E8A25C42-EC98-4056-CC21-38A6178F6423}"/>
              </a:ext>
            </a:extLst>
          </p:cNvPr>
          <p:cNvSpPr/>
          <p:nvPr/>
        </p:nvSpPr>
        <p:spPr>
          <a:xfrm>
            <a:off x="-88900" y="-95250"/>
            <a:ext cx="12331700" cy="70485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DC874780-5435-F655-2EA1-8BDAF164DF44}"/>
              </a:ext>
            </a:extLst>
          </p:cNvPr>
          <p:cNvSpPr/>
          <p:nvPr/>
        </p:nvSpPr>
        <p:spPr>
          <a:xfrm>
            <a:off x="184150" y="174625"/>
            <a:ext cx="11785600" cy="650875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одзаголовок 2">
            <a:extLst>
              <a:ext uri="{FF2B5EF4-FFF2-40B4-BE49-F238E27FC236}">
                <a16:creationId xmlns:a16="http://schemas.microsoft.com/office/drawing/2014/main" id="{2FA3F077-73E1-E0BA-84F4-A026D5D42B11}"/>
              </a:ext>
            </a:extLst>
          </p:cNvPr>
          <p:cNvSpPr txBox="1">
            <a:spLocks/>
          </p:cNvSpPr>
          <p:nvPr/>
        </p:nvSpPr>
        <p:spPr>
          <a:xfrm>
            <a:off x="222250" y="391319"/>
            <a:ext cx="11747500" cy="4238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3200" dirty="0"/>
              <a:t>Мессенджер был написан на </a:t>
            </a:r>
            <a:r>
              <a:rPr lang="en-US" sz="3200" dirty="0"/>
              <a:t>Python </a:t>
            </a:r>
            <a:r>
              <a:rPr lang="ru-RU" sz="3200" dirty="0"/>
              <a:t>с использованием </a:t>
            </a:r>
            <a:r>
              <a:rPr lang="en-US" sz="3200" dirty="0"/>
              <a:t>FastAPI</a:t>
            </a:r>
            <a:r>
              <a:rPr lang="ru-RU" sz="3200" dirty="0"/>
              <a:t>.</a:t>
            </a:r>
          </a:p>
        </p:txBody>
      </p: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1755222A-609C-AB12-B7BF-E25D198B494C}"/>
              </a:ext>
            </a:extLst>
          </p:cNvPr>
          <p:cNvSpPr txBox="1">
            <a:spLocks/>
          </p:cNvSpPr>
          <p:nvPr/>
        </p:nvSpPr>
        <p:spPr>
          <a:xfrm>
            <a:off x="222250" y="815181"/>
            <a:ext cx="11747500" cy="4238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3200" dirty="0"/>
              <a:t>Также использовался протокол </a:t>
            </a:r>
            <a:r>
              <a:rPr lang="en-US" sz="3200" dirty="0"/>
              <a:t>WebSocket</a:t>
            </a:r>
            <a:r>
              <a:rPr lang="ru-RU" sz="3200" dirty="0"/>
              <a:t> из-за высокой скорости</a:t>
            </a:r>
          </a:p>
        </p:txBody>
      </p:sp>
    </p:spTree>
    <p:extLst>
      <p:ext uri="{BB962C8B-B14F-4D97-AF65-F5344CB8AC3E}">
        <p14:creationId xmlns:p14="http://schemas.microsoft.com/office/powerpoint/2010/main" val="228696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EA70977D-6508-A56A-6FFA-242343778DE1}"/>
              </a:ext>
            </a:extLst>
          </p:cNvPr>
          <p:cNvSpPr/>
          <p:nvPr/>
        </p:nvSpPr>
        <p:spPr>
          <a:xfrm>
            <a:off x="-88900" y="-95250"/>
            <a:ext cx="12331700" cy="70485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583773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20</Words>
  <Application>Microsoft Office PowerPoint</Application>
  <PresentationFormat>Широкоэкранный</PresentationFormat>
  <Paragraphs>5</Paragraphs>
  <Slides>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</vt:i4>
      </vt:variant>
    </vt:vector>
  </HeadingPairs>
  <TitlesOfParts>
    <vt:vector size="9" baseType="lpstr">
      <vt:lpstr>Arial</vt:lpstr>
      <vt:lpstr>Bahnschrift Condensed</vt:lpstr>
      <vt:lpstr>Bahnschrift SemiBold Condensed</vt:lpstr>
      <vt:lpstr>Calibri</vt:lpstr>
      <vt:lpstr>Calibri Light</vt:lpstr>
      <vt:lpstr>Тема Office</vt:lpstr>
      <vt:lpstr>VITALiGRAM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Student</dc:creator>
  <cp:lastModifiedBy>Student</cp:lastModifiedBy>
  <cp:revision>2</cp:revision>
  <dcterms:created xsi:type="dcterms:W3CDTF">2026-04-23T08:25:10Z</dcterms:created>
  <dcterms:modified xsi:type="dcterms:W3CDTF">2026-04-23T08:37:35Z</dcterms:modified>
</cp:coreProperties>
</file>